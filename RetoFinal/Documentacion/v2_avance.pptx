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1" r:id="rId8"/>
    <p:sldId id="262" r:id="rId9"/>
    <p:sldId id="263" r:id="rId10"/>
    <p:sldId id="260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DE7B1-D3DA-6EEC-70B3-C7613B958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28F19A-CD83-8544-BDD3-5DC879F0B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011A6D-B906-2670-858B-4CB47E3A9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B4140C-3150-C46F-4652-2F900A2E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F2069-5DD5-CB12-C40C-AE70A73C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8440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CA4E2-58EC-34C8-EF95-0A4B84D1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41D1BC-72A7-DEEB-C35C-793E270A3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EB8C16-9738-61E1-D18A-71C9BAFA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02B1F-FC19-EE55-3C6B-CDF54BF1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B60BB9-D575-CF9E-CD08-04750594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61575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16878-60B6-CFA2-197D-54381DDC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39FB9E-2359-1159-0081-4995CF3A7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5ABF2F-779F-6CAA-B1E6-7C03A920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E9C23E-A189-4A28-2B81-FF4041389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C4590C-E4F4-F6FF-15F4-6691EA46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0369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6B0CD-7B50-EC0B-CFCC-61319A1D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C99E4-EBF7-4334-7CF4-6FD308476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78863E-176D-E15F-6AF0-8559C8BB8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41AF0D-2BC0-40AD-3926-A1CC93D4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FE1A3B-A8CE-AE42-3720-D58A600F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EEEA44-7D6C-7D9C-DD5D-316FBD24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4830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101C0-9468-C4B8-4B7B-F5B00B7AC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BF4844-08D3-55D9-13E8-06D41A6A2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2FF7DD-BFDF-E448-3A99-9EF919916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F1FDAF-DE34-61AD-5FDF-30D02F990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02E745-6686-7950-1C18-A47C1B8ED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D0B804-6DB1-3675-0341-4EFFC4F6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931329-E737-4F8B-C362-A70BFF67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565636-4515-E713-9058-82BD3C8CA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0101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BDD74-1C8D-CEEB-B241-8F5A0062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5202A4-9034-028B-DC70-39AD30A6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FCADD9-1B39-E487-82CD-7AFBCF6CD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4CB871-D171-2944-6CCD-6222F15D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0415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A93177-3356-B23F-9DBD-147F2073C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37F047-F691-BDD1-1B28-E1A9E8520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8F3173-4F6F-F992-56A4-66DF3C82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9442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4F4E5-330A-2426-9B96-C9C65D0E9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40F4DC-7293-C8B1-B908-5323F9F04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C0D512-3C74-7477-2C1B-FCBC7E946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D8825A-366E-61BC-9BFB-0BB99DD7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FA02ED-C40B-8A8E-4FFE-51F74675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F5CDC9-CA06-301C-6943-31E1364A3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71905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BB937-E286-296D-8819-39969005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BDFA88D-4678-0C99-739A-2DE65A782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ED001E-4A96-AD97-55D8-7EF48859F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213106-F4F2-B352-2BA3-29270218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338DC5-932E-B953-7D37-27A0575B0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9F029A-FDF4-36FE-013C-DE46C70C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829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4FA98-C5CD-619A-0BEC-FB1084F5B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2A31EA-B565-373E-FB3B-A7609D69A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FB09DF-3EE6-5565-86AD-2B1F9EB2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AD1317-A800-F73A-7723-29756AD6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129456-DE25-82B6-6892-0B89B804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2912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500E0F-9C0C-0E16-84F6-C910931DB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A7D567-F5BF-4775-342B-2B84F3158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7787BC-2327-E8C4-FA29-5ED85065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FE6A9A-0F63-0DAC-D2DC-957EA495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2CD1F-12C9-B782-BDFD-B9FA4BC9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0741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2E62DC-9120-7003-FF75-7955C8A3D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8EFCC8-9DC6-91A7-50C9-C4721549F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850EB-E273-411F-F86D-84DD912D0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5BA84-3AE7-544A-93C3-C65BF11F3DD8}" type="datetimeFigureOut">
              <a:rPr lang="es-EC" smtClean="0"/>
              <a:t>22/7/26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C4AE48-50ED-4466-0C64-544D0E112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0E37D4-C1D1-F65D-D452-0439B7C08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8C45B-E5D6-C049-9B5B-8599345335D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7578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66E1E-E4C0-4F13-548D-7457664782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/>
              <a:t>Avances de reto final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98D508-667C-6FA7-1875-7C8C08129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/>
              <a:t>Israel Calle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709310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B29CB-FDDA-C827-918B-45E34124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Estructura del programa 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1FF42F17-B94D-E520-5458-0A7409716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8655" y="1825625"/>
            <a:ext cx="32946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97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9945A-9D4E-571D-844D-E4FDD7F4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DB.py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FADB9D19-11C1-0309-C2A6-28439F797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2409" y="1825625"/>
            <a:ext cx="67271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2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A30DC-D1DE-0944-2AA5-C32858A5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Extractor.py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CCF1C87-FBAC-B9DD-5D5F-5D7883295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6747" y="1825625"/>
            <a:ext cx="56585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1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2EF08-5794-DA62-F0EA-4D916452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Base_conocimientos.py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B2F3A362-DC48-70E9-AD95-734CCAEF4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5762" y="1825625"/>
            <a:ext cx="58204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5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DB7732-1B9F-C30D-30E7-7A587109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Exportador.py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25056623-7F63-77A8-E92D-4BB35EB8E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7320" y="1825625"/>
            <a:ext cx="57773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72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1D451-1031-567C-CA2B-34958F76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Pipeline.py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4BACCC8-B627-DBA8-84BF-DB9B79E72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3864" y="1825625"/>
            <a:ext cx="58242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1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437E9-6463-7036-EB5E-742DE711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Prompts.py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2EDDD866-F8F8-B329-ABA2-5999EB2C0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1780" y="1825625"/>
            <a:ext cx="57684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2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0C666-DECF-C64A-B903-7C3C5221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Construir_base_real.py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B385AC1-362C-19A8-1AD5-AD1FD8039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3251" y="1825625"/>
            <a:ext cx="58054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91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3DFAD-1099-3ABA-38CA-CAE1BE5C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Pantallas.py</a:t>
            </a: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275D79D-3228-C8D5-D62A-809193DA1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7320" y="1825625"/>
            <a:ext cx="57773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07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10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Avances de reto final</vt:lpstr>
      <vt:lpstr>Estructura del programa </vt:lpstr>
      <vt:lpstr>DB.py</vt:lpstr>
      <vt:lpstr>Extractor.py</vt:lpstr>
      <vt:lpstr>Base_conocimientos.py</vt:lpstr>
      <vt:lpstr>Exportador.py</vt:lpstr>
      <vt:lpstr>Pipeline.py</vt:lpstr>
      <vt:lpstr>Prompts.py</vt:lpstr>
      <vt:lpstr>Construir_base_real.py</vt:lpstr>
      <vt:lpstr>Pantallas.py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Avances de reto final</dc:title>
  <dc:creator>ISRAEL PATRICIO CALLE MUÑOZ</dc:creator>
  <cp:lastModifiedBy>ISRAEL PATRICIO CALLE MUÑOZ</cp:lastModifiedBy>
  <cp:revision>2</cp:revision>
  <dcterms:created xsi:type="dcterms:W3CDTF">2026-07-17T16:32:17Z</dcterms:created>
  <dcterms:modified xsi:type="dcterms:W3CDTF">2026-07-22T07:24:28Z</dcterms:modified>
</cp:coreProperties>
</file>